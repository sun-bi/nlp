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这一页是汇报封面。我的作业选题是 Redis 垂直领域问答系统。核心思路是把 Redis 官方文档和清洗后的技术语料构造成私有知识库，然后通过 RAG 的方式进行检索增强生成。系统不仅包含一键推理脚本，也包含索引构建、量化评估、报告和 PPT。后面我会按照数据、检索、生成、评估和案例分析的顺序展开。
这一页我还会顺着画面把这些信息讲清楚：Redis-RAG：基于 RAG 的 Redis 垂直领域深度问答系统；关键词：私有知识库、混合检索、DeepSeek 生成、三维量化评估；交付物：代码仓库、README、依赖文件、一键推理、报告、PPT、讲稿。讲的时候不需要停留在单个词上，而是把它们串成“为什么这样设计、系统如何实现、结果说明什么”这条线索。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这一页说明作业要求和项目交付之间的对应关系。代码仓库里有 README、requirements 和 infer.py，满足一键运行要求。RAG 核心部分包括 Redis 私有知识库、文档分块、embedding、本地向量库、Query Rewriting、BM25/Vector 混合检索以及轻量重排序。展示材料方面，我把报告整理成 Markdown 和可编辑 Word，同时生成 PPT、演讲者备注和单独讲稿，所以这个项目既可以运行，也可以完整展示。
这一页我还会顺着画面把这些信息讲清楚：本项目交付完整代码仓库；核心 RAG 模块包括知识库、Chunking、Embedding、向量库、混合检索、轻量重排序和生成；展示材料包括报告 Word、PPT、演讲者备注和讲稿。讲的时候不需要停留在单个词上，而是把它们串成“为什么这样设计、系统如何实现、结果说明什么”这条线索。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我选择 Redis 是因为它很适合作为垂直领域。第一，Redis 的知识边界清楚，主题从数据结构到持久化和集群都很明确。第二，Redis 问答里有很多精确术语，比如 AOF、RDB、TTL 和 WATCH，这些词非常考验检索系统。第三，官方文档有稳定 URL，可以作为答案引用来源。这个选题能很好地展示 RAG 的核心价值：把答案约束到可追溯的文档上下文中。
这一页我还会顺着画面把这些信息讲清楚：Redis 知识边界清晰；Redis 问答包含大量命令名和缩写；官方文档可追溯，适合做引用和忠实度评估；技术文档 RAG 的难点包括术语匹配、概念混淆和答案忠实度。讲的时候不需要停留在单个词上，而是把它们串成“为什么这样设计、系统如何实现、结果说明什么”这条线索。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这一页展示私有知识库构建流程。数据可以来自 Redis 官方文档，经过页面抓取和正文清洗后，保存为 JSONL。每条记录都包含 doc_id、title、url 和 text。doc_id 用于评估，url 用于追溯来源。为了保证作业能稳定运行，我保留了一份内置清洗语料，同时也提供脚本重新抓取官方文档。
这一页我还会顺着画面把这些信息讲清楚：流程：官方文档、页面抓取、正文清洗、JSONL 语料、索引构建、问答系统；每条文档包含 doc_id、title、url、text；知识主题覆盖 Redis 数据结构、TTL、持久化、高可用、集群和缓存风险。讲的时候不需要停留在单个词上，而是把它们串成“为什么这样设计、系统如何实现、结果说明什么”这条线索。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这一页说明知识库覆盖面。Redis 不是只收集几个命令，而是覆盖了数据结构、生命周期、可靠性、高可用、编程能力和缓存工程。这样设计的好处是评估问题可以比较全面，比如既能问 AOF 和 RDB，也能问 Stream 和 Pub/Sub，或者问缓存击穿怎么缓解。覆盖原则是每个问题都应该能从知识库中找到依据，答案也要能回溯到文档来源，而不是让模型凭印象发挥。
这一页我还会顺着画面把这些信息讲清楚：基础数据结构：String、Hash、List、Stream、Sorted Set；生命周期：EXPIRE、TTL、PERSIST；可靠性：RDB、AOF、appendfsync；高可用与扩展：Replication、Sentinel、Cluster；编程与消息：事务、Lua、Pub/Sub、Stream；缓存工程：缓存穿透、击穿和雪崩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 Chunking。技术文档分块不能只按普通句子切，因为 Redis 命令名非常关键。我实现了 Redis-aware tokenizer，保留命令名、缩写和中文领域词。默认分块大小是 320，重叠是 40。这样长文档可以切成可检索片段，同时相邻片段之间不会完全断开。每个 chunk 都有来源元数据，所以最后答案可以回到原文档。
这一页我还会顺着画面把这些信息讲清楚：Redis-aware tokenizer 保留命令名、缩写和中文领域词；默认 chunk_size=320，overlap=40；每个 chunk 保留来源元数据；AOF/RDB 问题需要保留持久化、persistence、RDB、AOF、snapshot 等关键 token。讲的时候不需要停留在单个词上，而是把它们串成“为什么这样设计、系统如何实现、结果说明什么”这条线索。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 embedding 和向量库。为了保证作业在没有 GPU、没有外部模型下载的环境中也能跑，我默认使用 hashing embedding。它不如 BGE 这类模型强，但非常适合课程复现。向量库用 JSONL 保存，每条记录包含 chunk 和 vector，结构完全透明。后续如果要做真实系统，可以把这一层替换成 BGE embedding 和 FAISS 或 Chroma。
这一页我还会顺着画面把这些信息讲清楚：默认使用 HashingEmbeddingModel，维度 256；向量库保存 chunk 和 vector，文件是 data/index/vectors.jsonl；优点是可复现、无需下载模型、便于解释；后续可升级为 BGE、E5、SentenceTransformer、FAISS 或 Chroma。讲的时候不需要停留在单个词上，而是把它们串成“为什么这样设计、系统如何实现、结果说明什么”这条线索。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这一页是高级 RAG 优化的第一部分：Query Rewriting。Redis 官方文档很多术语是英文，但用户可能用中文问，比如“持久化”“高可用”“过期”。如果不扩展，检索可能找不到相关英文术语。所以我维护了一个领域词表，把中文问题扩展成 Redis 常用英文概念。这个策略主要提升召回率。
这一页我还会顺着画面把这些信息讲清楚：持久化扩展为 persistence、RDB、AOF、snapshot；高可用扩展为 replication、sentinel、failover、cluster；过期扩展为 expire、TTL、timeout；队列扩展为 list、stream、consumer group、XREADGROUP；Query Rewriting 主要提升召回率。讲的时候不需要停留在单个词上，而是把它们串成“为什么这样设计、系统如何实现、结果说明什么”这条线索。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这一页解释混合检索。向量检索能处理语义相似，但是对命令名未必足够敏感。BM25 对精确词非常有效，但不能很好处理同义表达。所以我把二者融合。公式里向量权重是 0.45，BM25 权重是 0.55，因为 Redis 问答中命令名非常关键。这个策略比单纯向量检索更适合 Redis 技术文档。
这一页我还会顺着画面把这些信息讲清楚：融合公式：score = 0.45 × vector + 0.55 × BM25；向量检索擅长语义相似；BM25 擅长 AOF、RDB、TTL、WATCH 等精确术语；Redis 问答需要语义理解和精确术语命中结合。讲的时候不需要停留在单个词上，而是把它们串成“为什么这样设计、系统如何实现、结果说明什么”这条线索。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这一页展示端到端架构。左边是文档处理和索引构建，文档先变成 chunk，再进入 embedding 和 BM25。右边是在线问答流程，用户问题先经过 Query Rewriting，然后由 Hybrid Retriever 找到候选上下文，再经过轻量 reranker 根据术语覆盖率和标题覆盖率做二次排序。最后系统把高质量上下文传给 DeepSeek 或抽取式生成器，并输出带引用答案。这样设计的重点是可观测、可替换和可复现：检索分数能看到，embedding 和向量库能替换，没有 API key 时也能跑完整流程。
这一页我还会顺着画面把这些信息讲清楚：文档 JSONL 经过 Chunking 后进入 Embedding 和 BM25；用户问题经过 Query Rewriting 后进入 Hybrid Retriever；Top-k 候选经过轻量 reranker 二次排序；最终上下文传入 DeepSeek 或抽取式生成器；输出带引用答案和可解释检索分数。讲的时候不需要停留在单个词上，而是把它们串成“为什么这样设计、系统如何实现、结果说明什么”这条线索。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这一页说明生成模块。项目支持 DeepSeek，只要设置 DEEPSEEK_API_KEY，默认模型就是 deepseek-v4-pro。同时我保留了抽取式回退，保证没有 API key 也能运行。为了降低幻觉，系统提示要求模型只能依据检索上下文回答，并带引用。如果上下文不足，就要说明无法确认。这里也强调，API key 不会写入仓库，只通过环境变量传入。
这一页我还会顺着画面把这些信息讲清楚：设置 DEEPSEEK_API_KEY 后默认使用 deepseek-v4-pro；没有 API key 时使用抽取式生成器；提示词要求只能基于上下文回答，并带来源引用；API key 不写入仓库。讲的时候不需要停留在单个词上，而是把它们串成“为什么这样设计、系统如何实现、结果说明什么”这条线索。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这一页介绍评估方案。Context Relevance 主要评价检索是否找到了相关文档。Faithfulness 评价答案是否被上下文支持，也就是是否有幻觉风险。Answer Relevance 评价答案是否覆盖问题的关键点。评估集包含 10 条 Redis 技术问题，输出结果会保存成 JSON 和 CSV，方便报告引用。
这一页我还会顺着画面把这些信息讲清楚：Context Relevance 衡量检索上下文是否相关；Faithfulness 衡量答案是否忠实于上下文；Answer Relevance 衡量答案是否回答问题；评估集包含 10 条 Redis 技术问题。讲的时候不需要停留在单个词上，而是把它们串成“为什么这样设计、系统如何实现、结果说明什么”这条线索。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这一页展示实验结果。图里的数值不是手工写的，而是实际运行 evaluate.py --rebuild 后从 outputs/eval_results.json 中读取并生成的。Context Relevance 是 1.0000，说明在当前评估集里，检索能覆盖相关文档。Faithfulness 是 0.8159，说明答案大多数内容都能被上下文支持。Answer Relevance 是 0.8750，说明答案基本覆盖问题要点，但还有提升空间。主要问题是抽取式生成有时表达比较硬，可能没有覆盖所有期望关键词；如果接入 DeepSeek 并加强引用校验，表达自然度会进一步提升。
这一页我还会顺着画面把这些信息讲清楚：Context Relevance = 1.0000；Faithfulness = 0.8159；Answer Relevance = 0.8750；检索效果较稳，答案忠实度较好，部分关键词覆盖仍可提升。讲的时候不需要停留在单个词上，而是把它们串成“为什么这样设计、系统如何实现、结果说明什么”这条线索。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 AOF 和 RDB 问题做案例。这里放的是脚本真实运行输出，不是后期编造的截图。系统最终命中了 redis:persistence 文档，最终 score 是 1.0819，其中 hybrid combined_score 是 1.0000，reranker 又根据 AOF、RDB、persistence 等术语覆盖给了额外奖励。答案解释了 RDB 是快照，适合备份和快速恢复；AOF 是追加日志，通常数据安全性更好。这个案例能说明 Query Rewriting、BM25 精确术语匹配和轻量重排序的价值：中文问题会扩展到 persistence、snapshot 和 append only file，同时 AOF 和 RDB 被精确命中。
这一页我还会顺着画面把这些信息讲清楚：问题是 Redis 的 AOF 和 RDB 持久化有什么区别；系统命中文档 redis:persistence；最终 score = 1.0819，说明 rerank 在 hybrid score 基础上加入术语覆盖奖励；答案包含 RDB 快照、AOF 追加日志、备份恢复和数据安全性；命中原因是 Query Rewriting、BM25 精确术语匹配和轻量重排序共同作用。讲的时候不需要停留在单个词上，而是把它们串成“为什么这样设计、系统如何实现、结果说明什么”这条线索。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最后一页总结问题和改进。表格来自 infer.py --json 的真实输出，可以看到 redis:persistence 排名第一，score 和 rerank_score 都是 1.0819，term_coverage 明显高于其他候选。一个典型 bad case 是 AOF/RDB 问题仍会召回 Pub/Sub，因为 Pub/Sub 文档也出现了“不会持久化”这类词。为了解决这个问题，我加入了 Query Rewriting、BM25/Vector 混合检索、轻量重排序和生成阶段上下文过滤。后续可以进一步替换 BGE embedding，接入 FAISS 或 Chroma，扩大评估集，并对 DeepSeek 输出做 citation checking。总体来说，这个项目完成了从知识库到检索、生成、评估和展示的完整闭环。
这一页我还会顺着画面把这些信息讲清楚：真实 JSON 输出展示 score、combined_score、rerank_score 和 term_coverage；Bad Case：AOF/RDB 问题仍会召回 Pub/Sub 弱相关文档；已做改进：Query Rewriting、混合检索、轻量重排序和上下文过滤；后续优化：BGE embedding、FAISS/Chroma、更大评估集、citation checking。讲的时候不需要停留在单个词上，而是把它们串成“为什么这样设计、系统如何实现、结果说明什么”这条线索。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8A1C14">
              <a:alpha val="90000"/>
            </a:srgbClr>
          </a:solidFill>
          <a:ln w="12700">
            <a:solidFill>
              <a:srgbClr val="8A1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789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41248" y="190195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RAG 的垂直领域深度问答系统构建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D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私有知识库 · 混合检索 · DeepSeek 生成 · 三维量化评估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649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课程作业完整交付：代码仓库 / README / requirements / infer.py / 报告 / PPT / 逐页讲稿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006840" y="141732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19202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308592" y="257860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Docs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System</a:t>
            </a:r>
            <a:endParaRPr lang="en-US" sz="1300" dirty="0"/>
          </a:p>
        </p:txBody>
      </p:sp>
      <p:pic>
        <p:nvPicPr>
          <p:cNvPr id="11" name="Image 0" descr="slides/assets/hero_redis_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794760"/>
            <a:ext cx="3749040" cy="2103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6199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任务映射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作业要求与本项目交付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2/15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0835640" cy="566928"/>
          </a:xfrm>
          <a:prstGeom prst="roundRect">
            <a:avLst>
              <a:gd name="adj" fmla="val 6452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52728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目标：不是只演示概念，而是交付可运行、可解释、可评估的 RAG 仓库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57400"/>
            <a:ext cx="91440" cy="18745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544" y="262432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requirements.txt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infer.py 一键推理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build_index.py / evaluate.py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205740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核心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262432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私有知识库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Chunking + Embedding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本地向量库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Rewriting + Hybrid Retrieval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83880" y="205740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205740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2219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展示材料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1624" y="262432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论文式报告 MD/DOCX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页汇报 PPT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演讲者备注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可直接朗读讲稿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46177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知识库、检索、生成、评估四个环节均可单独运行和检查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API key 时可复现；配置 DeepSeek 后可调用 deepseek-v4-pro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评估输出保存为 JSON 和 CSV，方便报告引用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选题动机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Redis 作为垂直领域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3/15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180136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文档围绕数据结构、命令、持久化、高可用、集群和缓存工程展开，知识范围明确，适合构建私有知识库。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23444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术语密集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180136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AOF、RDB、TTL、XREADGROUP、WATCH、EXEC 等精确术语决定答案质量，适合展示检索策略差异。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23444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180136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官方文档页面稳定，每条知识记录保留 URL，答案可带来源引用，便于分析 Faithfulness。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7724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 RAG 的三个难点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2519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中文问题与英文官方术语存在表达差异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相似概念容易误召回，例如 Pub/Sub 与 Stream、RDB 与 AOF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答案必须忠实于上下文，不能凭模型记忆补充未检索到的内容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数据构建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私有知识库构建流程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4/15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78308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25880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官方文档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604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FDE8E5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325880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页面抓取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8056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25880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清洗正文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1234440"/>
            <a:ext cx="1554480" cy="658368"/>
          </a:xfrm>
          <a:prstGeom prst="roundRect">
            <a:avLst>
              <a:gd name="adj" fmla="val 4861"/>
            </a:avLst>
          </a:prstGeom>
          <a:solidFill>
            <a:srgbClr val="E9F8F4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1325880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JSONL 语料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6676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32520" y="1234440"/>
            <a:ext cx="1417320" cy="658368"/>
          </a:xfrm>
          <a:prstGeom prst="roundRect">
            <a:avLst>
              <a:gd name="adj" fmla="val 4861"/>
            </a:avLst>
          </a:prstGeom>
          <a:solidFill>
            <a:srgbClr val="FDE8E5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1325880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索引构建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241280" y="1563624"/>
            <a:ext cx="365760" cy="0"/>
          </a:xfrm>
          <a:prstGeom prst="line">
            <a:avLst/>
          </a:prstGeom>
          <a:noFill/>
          <a:ln w="17780">
            <a:solidFill>
              <a:srgbClr val="D92D2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607040" y="1234440"/>
            <a:ext cx="114300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5240">
            <a:solidFill>
              <a:srgbClr val="D92D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1325880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问答系统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2606040"/>
            <a:ext cx="516636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2606040"/>
            <a:ext cx="91440" cy="201168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27706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文档字段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4984" y="3172968"/>
            <a:ext cx="478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doc_id：评估和引用使用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title：展示标题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url：官方来源追溯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text：清洗后的正文内容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606040"/>
            <a:ext cx="516636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606040"/>
            <a:ext cx="91440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770632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覆盖主题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7104" y="3172968"/>
            <a:ext cx="4782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数据结构、TTL、内存淘汰、RDB/AOF、Replication、Sentinel、Cluster、事务、Lua、Pub/Sub、缓存风险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关键取舍：内置语料保证离线可复现，采集脚本体现真实私有知识库构建流程。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数据构建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知识库主题覆盖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5/15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10927080" cy="5285232"/>
          </a:xfrm>
          <a:prstGeom prst="roundRect">
            <a:avLst>
              <a:gd name="adj" fmla="val 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slides/assets/knowledge_bas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33856"/>
            <a:ext cx="10817352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文档处理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Chunking：让检索单元既可命中又可阅读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6/15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Redis-aware tokenizer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AOF、RDB、TTL、EXPIRE、XREADGROUP、WATCH 等命令名和缩写，也识别“持久化”“消费者组”等中文领域词。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14300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重叠分块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25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chunk_size=320，overlap=40。长文档切分后相邻 chunk 保留上下文连接，避免答案依据被切断。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14300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可解释元数据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chunk 保存 chunk_id、doc_id、source_title、url、start_token、end_token，便于引用和调试。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示例：AOF/RDB 问题的关键 token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8680" y="42519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61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148840" y="425196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43616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persistence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703320" y="42519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4361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RDB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754880" y="42519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361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AOF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806440" y="425196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223760" y="425196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3616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 only file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5166360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如果这些 token 被切掉或弱化，检索会更容易偏到其他包含“持久化”字样的文档。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向量索引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与本地向量数据库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7/15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520440" cy="2057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234440"/>
            <a:ext cx="91440" cy="20574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3990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默认选择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" y="1801368"/>
            <a:ext cx="313639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HashingEmbeddingModel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维度：256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优点：无需下载模型、无需 GPU、结果稳定、适合作业复现。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520440" cy="2057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234440"/>
            <a:ext cx="91440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3990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向量库设计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4024" y="1801368"/>
            <a:ext cx="313639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LocalVectorStore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chunk + vector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文件：data/index/vectors.jsonl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结构透明，方便检查。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2880360" cy="2057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23444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1399032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可升级方向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13064" y="1801368"/>
            <a:ext cx="24963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SentenceTransformer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FAISS / Chroma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103327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31596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"chunk": { "doc_id": "redis:persistence", "title": "...", "text": "..."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"vector": [0.0, 0.12, -0.04, ...]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59612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课程取舍：默认方案重在可复现和可解释；真实部署时可替换为神经 embedding + 专业向量库。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高级 RAG 优化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Rewriting：连接中文问题与英文术语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8/15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485236" cy="586740"/>
          </a:xfrm>
          <a:prstGeom prst="rect">
            <a:avLst/>
          </a:prstGeom>
          <a:solidFill>
            <a:srgbClr val="FDE8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8196" y="1143000"/>
            <a:ext cx="7076084" cy="586740"/>
          </a:xfrm>
          <a:prstGeom prst="rect">
            <a:avLst/>
          </a:prstGeom>
          <a:solidFill>
            <a:srgbClr val="FDE8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22529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17924" y="122529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扩展后的检索术语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72974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8196" y="172974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81203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417924" y="181203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persistence, RDB, AOF, snapshot, append only file, durability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231648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8196" y="231648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39877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417924" y="239877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replication, sentinel, failover, cluster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290322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8196" y="290322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98551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过期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417924" y="298551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expire, TTL, timeout, key expiration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22960" y="348996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8196" y="348996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7225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417924" y="357225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list, stream, consumer group, XREADGROUP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22960" y="4076700"/>
            <a:ext cx="3485236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8196" y="4076700"/>
            <a:ext cx="7076084" cy="5867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158996"/>
            <a:ext cx="3302356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Lua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417924" y="4158996"/>
            <a:ext cx="6893204" cy="44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eval, script, scripting, atomic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960120" y="5166360"/>
            <a:ext cx="10241280" cy="566928"/>
          </a:xfrm>
          <a:prstGeom prst="roundRect">
            <a:avLst>
              <a:gd name="adj" fmla="val 645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27608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作用：提升召回率，减少“中文提问找不到英文文档术语”的问题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高级 RAG 优化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Retrieval：BM25 与向量检索互补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9/15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081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0.45 × vector + 0.55 × BM25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68880"/>
            <a:ext cx="91440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63347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0704" y="303580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擅长语义相似：例如“高可用”与“failover”之间不完全字面匹配，但语义相关。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443484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2468880"/>
            <a:ext cx="91440" cy="18745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63347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303580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擅长精确匹配：AOF、RDB、TTL、WATCH 等命令名必须被强命中。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8046720" y="2468880"/>
            <a:ext cx="3337560" cy="187452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468880"/>
            <a:ext cx="91440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63347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融合排序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4464" y="3035808"/>
            <a:ext cx="29535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先归一化两个分数，再线性加权。Redis 场景中 BM25 权重略高。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核心判断：Redis 问答不是纯语义任务，而是“语义理解 + 精确术语命中”的组合任务。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系统流程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端到端系统架构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10/15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042416"/>
            <a:ext cx="11045952" cy="512064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slides/assets/architectur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97280"/>
            <a:ext cx="10936224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生成策略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生成模块：DeepSeek 优先，离线可回退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11/15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91440" cy="182880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模式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DEEPSEEK_API_KEY 后，默认模型为 deepseek-v4-pro。提示词要求只基于检索上下文回答。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14300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抽取式回退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25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API key 时，从 Top-k 片段中抽取与问题最相关的句子，保证结果可复现。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3429000" cy="18288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14300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3075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防幻觉机制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1709928"/>
            <a:ext cx="30449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如果上下文不足，要求模型说明无法确认；答案必须带 [1] 形式来源引用。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914400" y="3794760"/>
            <a:ext cx="1024128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965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DEEPSEEK_API_KEY="..."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OPENAI_MODEL="deepseek-v4-pro"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infer.py --question "Redis Sentinel 主要解决什么问题？"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8A1C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不写入仓库；README 只说明环境变量用法。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评估方案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量化评估：三个维度衡量 RAG 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12/15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91440" cy="201168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Relevance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1801368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检索结果是否覆盖标注相关文档。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|retrieved ∩ gold| / |gold|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234440"/>
            <a:ext cx="91440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Faithfulness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1801368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答案内容是否被检索上下文支持。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supported_answer_tokens / answer_tokens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29000" cy="20116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234440"/>
            <a:ext cx="9144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3990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 Relevance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1801368"/>
            <a:ext cx="30449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答案是否覆盖问题所需关键词。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covered_keywords / expected_keywords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561320" cy="118872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977640"/>
            <a:ext cx="914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14223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0704" y="4544568"/>
            <a:ext cx="10177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 Redis 技术问题，覆盖持久化、过期、Stream/PubSub、Sorted Set、Sentinel、Cluster、事务、Lua、内存淘汰和缓存风险。输出保存为 outputs/eval_results.json 与 outputs/eval_results.csv。</a:t>
            </a:r>
            <a:endParaRPr lang="en-US" sz="14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评估方案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实验结果与解释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13/15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45952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slides/assets/evalua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78992"/>
            <a:ext cx="109362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案例与反思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案例分析：AOF 与 RDB 持久化问答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14/15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45952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slides/assets/inference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78992"/>
            <a:ext cx="109362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总结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检索分数、Bad Case 与总结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Redis-RAG 垂直领域问答  |  15/15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45952" cy="4261104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slides/assets/retrieval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78992"/>
            <a:ext cx="10936224" cy="4151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5468112"/>
            <a:ext cx="91440" cy="896112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" y="56327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Case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3544" y="603504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Pub/Sub 含“不会持久化”，容易成为弱相关召回。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438912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5468112"/>
            <a:ext cx="9144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56327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已做改进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26864" y="603504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Rewriting + Hybrid Retrieval + Rerank。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8092440" y="5468112"/>
            <a:ext cx="3429000" cy="896112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92440" y="5468112"/>
            <a:ext cx="9144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30184" y="56327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0184" y="603504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BGE、FAISS/Chroma、更大评估集和 citation checking。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Coursework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Redis-RAG 垂直领域深度问答系统</dc:title>
  <dc:subject>基于 RAG 的 Redis 垂直领域深度问答系统构建</dc:subject>
  <dc:creator>Redis RAG Coursework</dc:creator>
  <cp:lastModifiedBy>Redis RAG Coursework</cp:lastModifiedBy>
  <cp:revision>1</cp:revision>
  <dcterms:created xsi:type="dcterms:W3CDTF">2026-06-16T17:19:40Z</dcterms:created>
  <dcterms:modified xsi:type="dcterms:W3CDTF">2026-06-16T17:19:40Z</dcterms:modified>
</cp:coreProperties>
</file>